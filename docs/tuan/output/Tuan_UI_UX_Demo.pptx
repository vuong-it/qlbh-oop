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1f29dd4cc94302" /><Relationship Type="http://schemas.openxmlformats.org/officeDocument/2006/relationships/extended-properties" Target="/docProps/app.xml" Id="R057f591d2ac44c23" /><Relationship Type="http://schemas.openxmlformats.org/officeDocument/2006/relationships/officeDocument" Target="/ppt/presentation.xml" Id="R90cacfd9c8754b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8ba05214c44f3"/>
  </p:sldMasterIdLst>
  <p:notesMasterIdLst>
    <p:notesMasterId xmlns:r="http://schemas.openxmlformats.org/officeDocument/2006/relationships" r:id="R2503ae97390b4707"/>
  </p:notesMasterIdLst>
  <p:sldIdLst>
    <p:sldId xmlns:r="http://schemas.openxmlformats.org/officeDocument/2006/relationships" id="256" r:id="R82e2d5c2bcdb475c"/>
    <p:sldId xmlns:r="http://schemas.openxmlformats.org/officeDocument/2006/relationships" id="257" r:id="R001b4eb9ca0f43ae"/>
    <p:sldId xmlns:r="http://schemas.openxmlformats.org/officeDocument/2006/relationships" id="258" r:id="R9ee33d80a2e3443b"/>
    <p:sldId xmlns:r="http://schemas.openxmlformats.org/officeDocument/2006/relationships" id="259" r:id="Rc99d227fa0354686"/>
    <p:sldId xmlns:r="http://schemas.openxmlformats.org/officeDocument/2006/relationships" id="260" r:id="R2962846407624ba4"/>
    <p:sldId xmlns:r="http://schemas.openxmlformats.org/officeDocument/2006/relationships" id="261" r:id="Rc0956b3085c24733"/>
    <p:sldId xmlns:r="http://schemas.openxmlformats.org/officeDocument/2006/relationships" id="262" r:id="Rdade1be914ca43b8"/>
    <p:sldId xmlns:r="http://schemas.openxmlformats.org/officeDocument/2006/relationships" id="263" r:id="R7efba2787b4b45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45db62cb6c47b5" /><Relationship Type="http://schemas.openxmlformats.org/officeDocument/2006/relationships/slideMaster" Target="/ppt/slideMasters/slideMaster1.xml" Id="Ra648ba05214c44f3" /><Relationship Type="http://schemas.openxmlformats.org/officeDocument/2006/relationships/notesMaster" Target="/ppt/notesMasters/notesMaster1.xml" Id="R2503ae97390b4707" /><Relationship Type="http://schemas.openxmlformats.org/officeDocument/2006/relationships/presProps" Target="/ppt/presProps.xml" Id="R15feed1dbb194859" /><Relationship Type="http://schemas.openxmlformats.org/officeDocument/2006/relationships/tableStyles" Target="/ppt/tableStyles.xml" Id="R4818c7409ce14ea7" /><Relationship Type="http://schemas.openxmlformats.org/officeDocument/2006/relationships/slide" Target="/ppt/slides/slide1.xml" Id="R82e2d5c2bcdb475c" /><Relationship Type="http://schemas.openxmlformats.org/officeDocument/2006/relationships/slide" Target="/ppt/slides/slide2.xml" Id="R001b4eb9ca0f43ae" /><Relationship Type="http://schemas.openxmlformats.org/officeDocument/2006/relationships/slide" Target="/ppt/slides/slide3.xml" Id="R9ee33d80a2e3443b" /><Relationship Type="http://schemas.openxmlformats.org/officeDocument/2006/relationships/slide" Target="/ppt/slides/slide4.xml" Id="Rc99d227fa0354686" /><Relationship Type="http://schemas.openxmlformats.org/officeDocument/2006/relationships/slide" Target="/ppt/slides/slide5.xml" Id="R2962846407624ba4" /><Relationship Type="http://schemas.openxmlformats.org/officeDocument/2006/relationships/slide" Target="/ppt/slides/slide6.xml" Id="Rc0956b3085c24733" /><Relationship Type="http://schemas.openxmlformats.org/officeDocument/2006/relationships/slide" Target="/ppt/slides/slide7.xml" Id="Rdade1be914ca43b8" /><Relationship Type="http://schemas.openxmlformats.org/officeDocument/2006/relationships/slide" Target="/ppt/slides/slide8.xml" Id="R7efba2787b4b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b8d08df6047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7fa009bf5e42dc" /><Relationship Type="http://schemas.openxmlformats.org/officeDocument/2006/relationships/notesMaster" Target="/ppt/notesMasters/notesMaster1.xml" Id="Rab9b43d1d51145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fcfcdf71a74ba3" /><Relationship Type="http://schemas.openxmlformats.org/officeDocument/2006/relationships/notesMaster" Target="/ppt/notesMasters/notesMaster1.xml" Id="R05f59d5b91724a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33e7da41b4498" /><Relationship Type="http://schemas.openxmlformats.org/officeDocument/2006/relationships/notesMaster" Target="/ppt/notesMasters/notesMaster1.xml" Id="R6be0332031184c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d55a5963a45b5" /><Relationship Type="http://schemas.openxmlformats.org/officeDocument/2006/relationships/notesMaster" Target="/ppt/notesMasters/notesMaster1.xml" Id="R45808ef3e79e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d677fd6ec64af3" /><Relationship Type="http://schemas.openxmlformats.org/officeDocument/2006/relationships/notesMaster" Target="/ppt/notesMasters/notesMaster1.xml" Id="R8ace306be0c549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5ba64cc7824239" /><Relationship Type="http://schemas.openxmlformats.org/officeDocument/2006/relationships/notesMaster" Target="/ppt/notesMasters/notesMaster1.xml" Id="Rdcd21248b2d045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365a1ac6b642a9" /><Relationship Type="http://schemas.openxmlformats.org/officeDocument/2006/relationships/notesMaster" Target="/ppt/notesMasters/notesMaster1.xml" Id="R1e89cb5077ab44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6283b26daa4f84" /><Relationship Type="http://schemas.openxmlformats.org/officeDocument/2006/relationships/notesMaster" Target="/ppt/notesMasters/notesMaster1.xml" Id="R9d608da8b43342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QLBH-OOP, SetupBuilderPanel.java; docs/tuan/bao-cao-ui-ux.md; database/demo/products.tsv. Ảnh render tự động từ Swing với SQL Server thật DAVISYS_DEMO_SB60. Hộp thoại đổi món dựng từ danh sách lựa chọn thực. Chưa kiểm thử thủ công toàn bộ Login/Home/Giỏ hàng/Hóa đơn. Bộ slide hỗ trợ phần của Tuấn để Việt ghép vào bài chung. Các số tiền áp dụng catalog demo đã kiểm chứng.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1a2f49f044e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f3aa4bc5447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0c5babec243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14d02ca4c41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6a9658e8740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4787804fa4e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A51A6D-491C-4B1F-9905-36CA6E559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38188D-1C0F-4104-BCEC-6A6AEF3ACC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D1B2F7-0607-471E-9D98-5CA95579F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50DE20-5784-4A05-B4EF-1ED2FA890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188B7C-81A7-4313-BE3B-11AA4AF3C9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0811CD-0CC6-4640-B727-0CC60B89BE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F3A767-8E4E-45F9-922C-14676D630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2FC56B-1C47-4A46-8457-158427DC55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FBC1FC-A731-4BFE-9997-6F9E1A048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D7032B-4586-4269-BABE-A8AAC6FC11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0e40ded24549a4" /><Relationship Type="http://schemas.openxmlformats.org/officeDocument/2006/relationships/slideLayout" Target="/ppt/slideLayouts/slideLayout1.xml" Id="Rf14d596585114892" /><Relationship Type="http://schemas.openxmlformats.org/officeDocument/2006/relationships/slideLayout" Target="/ppt/slideLayouts/slideLayout2.xml" Id="R227046a5ae5640c8" /><Relationship Type="http://schemas.openxmlformats.org/officeDocument/2006/relationships/slideLayout" Target="/ppt/slideLayouts/slideLayout3.xml" Id="R5375e9cf988b42e0" /><Relationship Type="http://schemas.openxmlformats.org/officeDocument/2006/relationships/slideLayout" Target="/ppt/slideLayouts/slideLayout4.xml" Id="Rac2b5cb21f9c4803" /><Relationship Type="http://schemas.openxmlformats.org/officeDocument/2006/relationships/slideLayout" Target="/ppt/slideLayouts/slideLayout5.xml" Id="R9b16bba028f44f67" /><Relationship Type="http://schemas.openxmlformats.org/officeDocument/2006/relationships/slideLayout" Target="/ppt/slideLayouts/slideLayout6.xml" Id="Ref07dd3e3ecc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4d596585114892"/>
    <p:sldLayoutId xmlns:r="http://schemas.openxmlformats.org/officeDocument/2006/relationships" id="2147483650" r:id="R227046a5ae5640c8"/>
    <p:sldLayoutId xmlns:r="http://schemas.openxmlformats.org/officeDocument/2006/relationships" id="2147483651" r:id="R5375e9cf988b42e0"/>
    <p:sldLayoutId xmlns:r="http://schemas.openxmlformats.org/officeDocument/2006/relationships" id="2147483652" r:id="Rac2b5cb21f9c4803"/>
    <p:sldLayoutId xmlns:r="http://schemas.openxmlformats.org/officeDocument/2006/relationships" id="2147483653" r:id="R9b16bba028f44f67"/>
    <p:sldLayoutId xmlns:r="http://schemas.openxmlformats.org/officeDocument/2006/relationships" id="2147483654" r:id="Ref07dd3e3ecc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ae34a65d740af" /><Relationship Type="http://schemas.openxmlformats.org/officeDocument/2006/relationships/notesSlide" Target="/ppt/notesSlides/notesSlide1.xml" Id="R2093bbe69bc343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843e546c04d0c" /><Relationship Type="http://schemas.openxmlformats.org/officeDocument/2006/relationships/image" Target="/ppt/media/image.png" Id="R5cb5a45bb8394f45" /><Relationship Type="http://schemas.openxmlformats.org/officeDocument/2006/relationships/notesSlide" Target="/ppt/notesSlides/notesSlide2.xml" Id="R798d0aa25f1246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61b6510e04c1d" /><Relationship Type="http://schemas.openxmlformats.org/officeDocument/2006/relationships/image" Target="/ppt/media/image2.png" Id="R26aadccfcfc641a1" /><Relationship Type="http://schemas.openxmlformats.org/officeDocument/2006/relationships/notesSlide" Target="/ppt/notesSlides/notesSlide3.xml" Id="Ra568191df7d748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44b343ab8d401d" /><Relationship Type="http://schemas.openxmlformats.org/officeDocument/2006/relationships/image" Target="/ppt/media/image3.png" Id="R1503e54236eb4c0b" /><Relationship Type="http://schemas.openxmlformats.org/officeDocument/2006/relationships/notesSlide" Target="/ppt/notesSlides/notesSlide4.xml" Id="R214c02f55e8d43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6ce11f39184daa" /><Relationship Type="http://schemas.openxmlformats.org/officeDocument/2006/relationships/image" Target="/ppt/media/image4.png" Id="R165f0b7f4ec24a0c" /><Relationship Type="http://schemas.openxmlformats.org/officeDocument/2006/relationships/notesSlide" Target="/ppt/notesSlides/notesSlide5.xml" Id="R324c2a16736d46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a75ad386884662" /><Relationship Type="http://schemas.openxmlformats.org/officeDocument/2006/relationships/image" Target="/ppt/media/image5.png" Id="Rd3478a60b08045e3" /><Relationship Type="http://schemas.openxmlformats.org/officeDocument/2006/relationships/notesSlide" Target="/ppt/notesSlides/notesSlide6.xml" Id="R02b06985215441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a994a64344f9f" /><Relationship Type="http://schemas.openxmlformats.org/officeDocument/2006/relationships/image" Target="/ppt/media/image6.png" Id="R4095e6714f084f83" /><Relationship Type="http://schemas.openxmlformats.org/officeDocument/2006/relationships/notesSlide" Target="/ppt/notesSlides/notesSlide7.xml" Id="Re245d15fdc9442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2143b8ddf47d8" /><Relationship Type="http://schemas.openxmlformats.org/officeDocument/2006/relationships/notesSlide" Target="/ppt/notesSlides/notesSlide8.xml" Id="Ra2f727ed23ca42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CF06A-EAA3-4964-8B33-08829672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Giao diện Smart Setup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4E7D2-0A29-4CFD-882D-82B61681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5C1E11-7B85-4348-B0F4-DC799E40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FB95C-90A9-477A-AB57-C94B225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Từ tiêu chí mua sắm đến bộ phụ kiện trong giỏ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5DF92-564D-4DA6-B806-4058F87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67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Ngân sách → So sánh → Đổi món → Thêm giỏ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CDD7D-BD20-4EDB-887B-BB58E5D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Phần UI/UX và demo của Tuấn</a:t>
            </a:r>
          </a:p>
          <a:p xmlns:a="http://schemas.openxmlformats.org/drawingml/2006/main">
            <a: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Ghép sau phần kiến trúc và thuật toán của Việt</a:t>
            </a:r>
          </a:p>
        </p:txBody>
      </p:sp>
    </p:spTree>
    <p:extLst>
      <p:ext uri="{BB962C8B-B14F-4D97-AF65-F5344CB8AC3E}">
        <p14:creationId xmlns:p14="http://schemas.microsoft.com/office/powerpoint/2010/main" val="291075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CD8BB-584E-456F-B43D-B95B4F5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Nhập tiêu chí mua sắm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ABC15-697F-45BD-9CAA-B00ED163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35C52-450B-4371-9EAA-2B35B4DD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2CFE9-840C-4621-B75D-016AF92D3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5a45bb8394f45"/>
          <a:stretch xmlns:a="http://schemas.openxmlformats.org/drawingml/2006/main"/>
        </p:blipFill>
        <p:spPr>
          <a:xfrm xmlns:a="http://schemas.openxmlformats.org/drawingml/2006/main">
            <a:off x="476250" y="1477776"/>
            <a:ext cx="8858250" cy="49501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6A986-2F2D-4CE4-BE6D-AD16896B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1.500.000đ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D636A-11F3-4DCA-9776-33151ACF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143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Học tập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Tối giản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BP · CH · 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Nhập: 1500000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Ctrl chọn nhiều</a:t>
            </a:r>
          </a:p>
        </p:txBody>
      </p:sp>
    </p:spTree>
    <p:extLst>
      <p:ext uri="{BB962C8B-B14F-4D97-AF65-F5344CB8AC3E}">
        <p14:creationId xmlns:p14="http://schemas.microsoft.com/office/powerpoint/2010/main" val="14288730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0B05E-89BA-4379-AB0D-255F9F52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So sánh các phương 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31017-BB3E-4F8A-A17C-086D731A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B0C54-8BEF-4A11-B198-10B4D39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4C762-1705-4F32-86BE-E33E2E647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adccfcfc641a1"/>
          <a:stretch xmlns:a="http://schemas.openxmlformats.org/drawingml/2006/main"/>
        </p:blipFill>
        <p:spPr>
          <a:xfrm xmlns:a="http://schemas.openxmlformats.org/drawingml/2006/main">
            <a:off x="476250" y="1477776"/>
            <a:ext cx="8858250" cy="49501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5540C-18CE-436B-854D-176333A3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330.000đ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DD551-FEF6-46AB-8B80-E366D7AF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143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Bộ Tiết kiệm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Dư 1.170.000đ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Điểm TB 4,0/5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Tối đa 3 bộ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khác nhau</a:t>
            </a:r>
          </a:p>
        </p:txBody>
      </p:sp>
    </p:spTree>
    <p:extLst>
      <p:ext uri="{BB962C8B-B14F-4D97-AF65-F5344CB8AC3E}">
        <p14:creationId xmlns:p14="http://schemas.microsoft.com/office/powerpoint/2010/main" val="450946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A5E65-E7C4-451E-ADD4-4F6A95F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Đổi món trong ngân sách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FA728-C9CA-4504-9461-0506FC0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16BF0-DAEE-4B6E-BF83-4E855B8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AD35C-050C-4380-AB80-9B0A72282F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3e54236eb4c0b"/>
          <a:stretch xmlns:a="http://schemas.openxmlformats.org/drawingml/2006/main"/>
        </p:blipFill>
        <p:spPr>
          <a:xfrm xmlns:a="http://schemas.openxmlformats.org/drawingml/2006/main">
            <a:off x="483827" y="1666875"/>
            <a:ext cx="11224347" cy="2905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F851A-F9CE-46E0-A178-CDC4C51D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577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SB0001 → SB0003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5482C-0A60-44D4-B977-0799E284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19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Tổng mới 430.000đ  ·  Dư 1.070.000đ</a:t>
            </a:r>
          </a:p>
        </p:txBody>
      </p:sp>
    </p:spTree>
    <p:extLst>
      <p:ext uri="{BB962C8B-B14F-4D97-AF65-F5344CB8AC3E}">
        <p14:creationId xmlns:p14="http://schemas.microsoft.com/office/powerpoint/2010/main" val="1943279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09F64-4A99-4420-8322-D38D8A4D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Đồng bộ giao diện tối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5801A-0893-4158-B6F7-BCFEECB5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3D961-DB86-48F7-AB68-5A51AA8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28082-00EE-43CC-ADDD-7AB4662CD9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f0b7f4ec24a0c"/>
          <a:stretch xmlns:a="http://schemas.openxmlformats.org/drawingml/2006/main"/>
        </p:blipFill>
        <p:spPr>
          <a:xfrm xmlns:a="http://schemas.openxmlformats.org/drawingml/2006/main">
            <a:off x="476250" y="1477776"/>
            <a:ext cx="8858250" cy="49501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731B9-03C4-4BC7-BD02-4112642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Giữ kết quả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29964-BF17-4A17-A972-F668CA3D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143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Màu nền, chữ,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bảng và ô nhập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đi theo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Không đổi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tiêu chí mua.</a:t>
            </a:r>
          </a:p>
        </p:txBody>
      </p:sp>
    </p:spTree>
    <p:extLst>
      <p:ext uri="{BB962C8B-B14F-4D97-AF65-F5344CB8AC3E}">
        <p14:creationId xmlns:p14="http://schemas.microsoft.com/office/powerpoint/2010/main" val="1600770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4C241-0F19-4E96-9E1F-8D5F128A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Thêm đúng giỏ khách hàng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C60E6-F74E-4EA6-8C40-E5E19166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DE84B-853C-423C-811C-B4650360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2657D-BDC7-4AD1-BCFC-14F93602DF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78a60b08045e3"/>
          <a:stretch xmlns:a="http://schemas.openxmlformats.org/drawingml/2006/main"/>
        </p:blipFill>
        <p:spPr>
          <a:xfrm xmlns:a="http://schemas.openxmlformats.org/drawingml/2006/main">
            <a:off x="476250" y="1477776"/>
            <a:ext cx="8858250" cy="49501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7A9CF-5C40-4325-AF4B-22ECE08F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3 món ×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715156-A189-4026-BE98-63B6ED1D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143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Giỏ 0000000001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Tổng 430.000đ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SQL đã đối chiếu: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SB0003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SB0006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SB0011</a:t>
            </a:r>
          </a:p>
        </p:txBody>
      </p:sp>
    </p:spTree>
    <p:extLst>
      <p:ext uri="{BB962C8B-B14F-4D97-AF65-F5344CB8AC3E}">
        <p14:creationId xmlns:p14="http://schemas.microsoft.com/office/powerpoint/2010/main" val="1001533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711ED-CA4D-4ED6-B81F-5BF5B4C9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Kịch bản Gaming trong 3 triệu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12F0F-9E97-4B9F-932D-FB6D6D10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991D5-C46D-4D0D-851B-FAC72A39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EACBA-86A2-4A5D-8D72-E9C4EAF70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95e6714f084f83"/>
          <a:stretch xmlns:a="http://schemas.openxmlformats.org/drawingml/2006/main"/>
        </p:blipFill>
        <p:spPr>
          <a:xfrm xmlns:a="http://schemas.openxmlformats.org/drawingml/2006/main">
            <a:off x="476250" y="1477776"/>
            <a:ext cx="8858250" cy="49501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EC912-757D-4841-BE1A-DB1C5ACF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1.720.000đ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F550F-EA98-4FE1-ABAB-B9DBD306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2143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Gaming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Hiện đại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BP · CH · 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Dư 1.280.000đ</a:t>
            </a:r>
          </a:p>
          <a:p xmlns:a="http://schemas.openxmlformats.org/drawingml/2006/main">
            <a:pPr>
              <a:defRPr sz="180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Điểm TB 4,7/5</a:t>
            </a:r>
          </a:p>
        </p:txBody>
      </p:sp>
    </p:spTree>
    <p:extLst>
      <p:ext uri="{BB962C8B-B14F-4D97-AF65-F5344CB8AC3E}">
        <p14:creationId xmlns:p14="http://schemas.microsoft.com/office/powerpoint/2010/main" val="493505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9872F-5377-417E-84C2-1AD19A2D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Kiểm thử và tổng duyệt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4AAB-E0D6-46B7-BEBD-5DE27F86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DAVISY  /  TUẤN  /  UI &amp;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84DBD-C549-482B-99BC-5C0DD5C8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B72C9-4B4F-4B8D-A915-3222BB0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E46"/>
                </a:solidFill>
                <a:latin typeface="Arial"/>
                <a:ea typeface="Arial"/>
                <a:cs typeface="Arial"/>
              </a:rPr>
              <a:t>66 bài kiểm thử đạt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0C4EC-AB8C-4C3F-8375-BAF550C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Gồm 7 bài UI: đầu vào, tab, sắp xếp giá, đổi món,</a:t>
            </a:r>
          </a:p>
          <a:p xmlns:a="http://schemas.openxmlformats.org/drawingml/2006/main">
            <a:pPr>
              <a:defRPr sz="2250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trạng thái rỗng, rollback và tải lại thất bại.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B0BDF-81FC-4BD2-A0A8-693A7D54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SQL demo: sinh bộ → đổi món → thêm giỏ đã đối chiếu.</a:t>
            </a:r>
          </a:p>
          <a:p xmlns:a="http://schemas.openxmlformats.org/drawingml/2006/main">
            <a:pPr>
              <a:defRPr sz="2025" b="0">
                <a:solidFill>
                  <a:srgbClr val="163E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E46"/>
                </a:solidFill>
                <a:latin typeface="Arial"/>
                <a:ea typeface="Arial"/>
                <a:cs typeface="Arial"/>
              </a:rPr>
              <a:t>12 bài SQL integration opt-in chưa chạy trong bộ tổng.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E31A0-4283-417C-86C4-6E9BAE46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7687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Tổng duyệt tiếp: Login → Home → Giỏ hàng → Hóa đơn.</a:t>
            </a:r>
          </a:p>
          <a:p xmlns:a="http://schemas.openxmlformats.org/drawingml/2006/main">
            <a:pPr>
              <a:defRPr sz="2025" b="0">
                <a:solidFill>
                  <a:srgbClr val="216D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16D70"/>
                </a:solidFill>
                <a:latin typeface="Arial"/>
                <a:ea typeface="Arial"/>
                <a:cs typeface="Arial"/>
              </a:rPr>
              <a:t>Việt ghép phần này vào bài trình bày chung.</a:t>
            </a:r>
          </a:p>
        </p:txBody>
      </p:sp>
    </p:spTree>
    <p:extLst>
      <p:ext uri="{BB962C8B-B14F-4D97-AF65-F5344CB8AC3E}">
        <p14:creationId xmlns:p14="http://schemas.microsoft.com/office/powerpoint/2010/main" val="1373922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2026-10-24T17:41:09.3230000Z</dcterms:created>
  <dcterms:modified xsi:type="dcterms:W3CDTF">2026-10-24T17:41:09.3230000Z</dcterms:modified>
</coreProperties>
</file>